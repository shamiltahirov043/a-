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1: Task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Name: Shamil Tahirov</a:t>
            </a:r>
          </a:p>
          <a:p>
            <a:r>
              <a:t>Student ID: 8</a:t>
            </a:r>
          </a:p>
          <a:p>
            <a:r>
              <a:t>Task: Food Classification (5 types)</a:t>
            </a:r>
          </a:p>
          <a:p>
            <a:r>
              <a:t>Dataset: Fake Food Dataset</a:t>
            </a:r>
          </a:p>
          <a:p>
            <a:r>
              <a:t>Number of classes: 5</a:t>
            </a:r>
          </a:p>
          <a:p>
            <a:r>
              <a:t>Target Accuracy: 85%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86000" cy="1828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2286000" cy="1828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28800"/>
            <a:ext cx="2286000" cy="1828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14800"/>
            <a:ext cx="2286000" cy="1828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4114800"/>
            <a:ext cx="2286000" cy="1828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411480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2: Training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Model: Simple CNN</a:t>
            </a:r>
          </a:p>
          <a:p>
            <a:r>
              <a:t>Version 1: lr=0.001, batch=16 -&gt; Accuracy: 80%</a:t>
            </a:r>
          </a:p>
          <a:p>
            <a:r>
              <a:t>Version 2: lr=0.0005, batch=32 -&gt; Accuracy: 85%</a:t>
            </a:r>
          </a:p>
          <a:p>
            <a:r>
              <a:t>Better: Version 2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3: Best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Final Test Accuracy: 50.0%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